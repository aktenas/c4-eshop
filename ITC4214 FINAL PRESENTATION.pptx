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1"/>
  </p:notesMasterIdLst>
  <p:sldIdLst>
    <p:sldId id="256" r:id="rId5"/>
    <p:sldId id="266" r:id="rId6"/>
    <p:sldId id="260" r:id="rId7"/>
    <p:sldId id="267" r:id="rId8"/>
    <p:sldId id="270" r:id="rId9"/>
    <p:sldId id="271" r:id="rId10"/>
    <p:sldId id="272" r:id="rId11"/>
    <p:sldId id="257" r:id="rId12"/>
    <p:sldId id="263" r:id="rId13"/>
    <p:sldId id="262" r:id="rId14"/>
    <p:sldId id="258" r:id="rId15"/>
    <p:sldId id="264" r:id="rId16"/>
    <p:sldId id="259" r:id="rId17"/>
    <p:sldId id="265" r:id="rId18"/>
    <p:sldId id="268" r:id="rId19"/>
    <p:sldId id="26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EB97E-983D-4ACB-892F-788571CB4667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71CD0-7BB0-4E18-8B52-3E334362BB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92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71CD0-7BB0-4E18-8B52-3E334362BB7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3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95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37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75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43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07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0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5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43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9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74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43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38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4391-A2D2-FE96-BDB3-E5A52A379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PIERCING &amp; TATTOO WEBSITE DESIGN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AA8C1-8845-C2F3-60E9-FA96D5E59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Athanasios Ktenas</a:t>
            </a:r>
          </a:p>
          <a:p>
            <a:r>
              <a:rPr lang="en-US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ITC4214</a:t>
            </a:r>
            <a:endParaRPr lang="en-GB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8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9151-2686-EDF2-0B59-329E1907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RED ACCENTS </a:t>
            </a:r>
            <a:r>
              <a:rPr lang="en-US" dirty="0"/>
              <a:t>ON LIGHT AND DARK MODE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45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CA832F-C8AD-972E-4317-04EDE13B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" y="187859"/>
            <a:ext cx="9006294" cy="6482282"/>
          </a:xfrm>
          <a:prstGeom prst="rect">
            <a:avLst/>
          </a:prstGeom>
          <a:ln w="38100" cap="sq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691559164">
                  <a:custGeom>
                    <a:avLst/>
                    <a:gdLst>
                      <a:gd name="csX0" fmla="*/ 0 w 9006294"/>
                      <a:gd name="csY0" fmla="*/ 0 h 6482282"/>
                      <a:gd name="csX1" fmla="*/ 562893 w 9006294"/>
                      <a:gd name="csY1" fmla="*/ 0 h 6482282"/>
                      <a:gd name="csX2" fmla="*/ 855598 w 9006294"/>
                      <a:gd name="csY2" fmla="*/ 0 h 6482282"/>
                      <a:gd name="csX3" fmla="*/ 1328428 w 9006294"/>
                      <a:gd name="csY3" fmla="*/ 0 h 6482282"/>
                      <a:gd name="csX4" fmla="*/ 2071448 w 9006294"/>
                      <a:gd name="csY4" fmla="*/ 0 h 6482282"/>
                      <a:gd name="csX5" fmla="*/ 2724404 w 9006294"/>
                      <a:gd name="csY5" fmla="*/ 0 h 6482282"/>
                      <a:gd name="csX6" fmla="*/ 3287297 w 9006294"/>
                      <a:gd name="csY6" fmla="*/ 0 h 6482282"/>
                      <a:gd name="csX7" fmla="*/ 3670065 w 9006294"/>
                      <a:gd name="csY7" fmla="*/ 0 h 6482282"/>
                      <a:gd name="csX8" fmla="*/ 3962769 w 9006294"/>
                      <a:gd name="csY8" fmla="*/ 0 h 6482282"/>
                      <a:gd name="csX9" fmla="*/ 4435600 w 9006294"/>
                      <a:gd name="csY9" fmla="*/ 0 h 6482282"/>
                      <a:gd name="csX10" fmla="*/ 5088556 w 9006294"/>
                      <a:gd name="csY10" fmla="*/ 0 h 6482282"/>
                      <a:gd name="csX11" fmla="*/ 5381261 w 9006294"/>
                      <a:gd name="csY11" fmla="*/ 0 h 6482282"/>
                      <a:gd name="csX12" fmla="*/ 6124280 w 9006294"/>
                      <a:gd name="csY12" fmla="*/ 0 h 6482282"/>
                      <a:gd name="csX13" fmla="*/ 6416984 w 9006294"/>
                      <a:gd name="csY13" fmla="*/ 0 h 6482282"/>
                      <a:gd name="csX14" fmla="*/ 6889815 w 9006294"/>
                      <a:gd name="csY14" fmla="*/ 0 h 6482282"/>
                      <a:gd name="csX15" fmla="*/ 7272582 w 9006294"/>
                      <a:gd name="csY15" fmla="*/ 0 h 6482282"/>
                      <a:gd name="csX16" fmla="*/ 7655350 w 9006294"/>
                      <a:gd name="csY16" fmla="*/ 0 h 6482282"/>
                      <a:gd name="csX17" fmla="*/ 8308306 w 9006294"/>
                      <a:gd name="csY17" fmla="*/ 0 h 6482282"/>
                      <a:gd name="csX18" fmla="*/ 9006294 w 9006294"/>
                      <a:gd name="csY18" fmla="*/ 0 h 6482282"/>
                      <a:gd name="csX19" fmla="*/ 9006294 w 9006294"/>
                      <a:gd name="csY19" fmla="*/ 524476 h 6482282"/>
                      <a:gd name="csX20" fmla="*/ 9006294 w 9006294"/>
                      <a:gd name="csY20" fmla="*/ 1048951 h 6482282"/>
                      <a:gd name="csX21" fmla="*/ 9006294 w 9006294"/>
                      <a:gd name="csY21" fmla="*/ 1508604 h 6482282"/>
                      <a:gd name="csX22" fmla="*/ 9006294 w 9006294"/>
                      <a:gd name="csY22" fmla="*/ 2033079 h 6482282"/>
                      <a:gd name="csX23" fmla="*/ 9006294 w 9006294"/>
                      <a:gd name="csY23" fmla="*/ 2492732 h 6482282"/>
                      <a:gd name="csX24" fmla="*/ 9006294 w 9006294"/>
                      <a:gd name="csY24" fmla="*/ 3211676 h 6482282"/>
                      <a:gd name="csX25" fmla="*/ 9006294 w 9006294"/>
                      <a:gd name="csY25" fmla="*/ 3800974 h 6482282"/>
                      <a:gd name="csX26" fmla="*/ 9006294 w 9006294"/>
                      <a:gd name="csY26" fmla="*/ 4519918 h 6482282"/>
                      <a:gd name="csX27" fmla="*/ 9006294 w 9006294"/>
                      <a:gd name="csY27" fmla="*/ 4979571 h 6482282"/>
                      <a:gd name="csX28" fmla="*/ 9006294 w 9006294"/>
                      <a:gd name="csY28" fmla="*/ 5374401 h 6482282"/>
                      <a:gd name="csX29" fmla="*/ 9006294 w 9006294"/>
                      <a:gd name="csY29" fmla="*/ 5834054 h 6482282"/>
                      <a:gd name="csX30" fmla="*/ 9006294 w 9006294"/>
                      <a:gd name="csY30" fmla="*/ 6482282 h 6482282"/>
                      <a:gd name="csX31" fmla="*/ 8713589 w 9006294"/>
                      <a:gd name="csY31" fmla="*/ 6482282 h 6482282"/>
                      <a:gd name="csX32" fmla="*/ 8330822 w 9006294"/>
                      <a:gd name="csY32" fmla="*/ 6482282 h 6482282"/>
                      <a:gd name="csX33" fmla="*/ 7857992 w 9006294"/>
                      <a:gd name="csY33" fmla="*/ 6482282 h 6482282"/>
                      <a:gd name="csX34" fmla="*/ 7295098 w 9006294"/>
                      <a:gd name="csY34" fmla="*/ 6482282 h 6482282"/>
                      <a:gd name="csX35" fmla="*/ 6552079 w 9006294"/>
                      <a:gd name="csY35" fmla="*/ 6482282 h 6482282"/>
                      <a:gd name="csX36" fmla="*/ 5899123 w 9006294"/>
                      <a:gd name="csY36" fmla="*/ 6482282 h 6482282"/>
                      <a:gd name="csX37" fmla="*/ 5246166 w 9006294"/>
                      <a:gd name="csY37" fmla="*/ 6482282 h 6482282"/>
                      <a:gd name="csX38" fmla="*/ 4683273 w 9006294"/>
                      <a:gd name="csY38" fmla="*/ 6482282 h 6482282"/>
                      <a:gd name="csX39" fmla="*/ 3940254 w 9006294"/>
                      <a:gd name="csY39" fmla="*/ 6482282 h 6482282"/>
                      <a:gd name="csX40" fmla="*/ 3197234 w 9006294"/>
                      <a:gd name="csY40" fmla="*/ 6482282 h 6482282"/>
                      <a:gd name="csX41" fmla="*/ 2634341 w 9006294"/>
                      <a:gd name="csY41" fmla="*/ 6482282 h 6482282"/>
                      <a:gd name="csX42" fmla="*/ 1981385 w 9006294"/>
                      <a:gd name="csY42" fmla="*/ 6482282 h 6482282"/>
                      <a:gd name="csX43" fmla="*/ 1598617 w 9006294"/>
                      <a:gd name="csY43" fmla="*/ 6482282 h 6482282"/>
                      <a:gd name="csX44" fmla="*/ 1305913 w 9006294"/>
                      <a:gd name="csY44" fmla="*/ 6482282 h 6482282"/>
                      <a:gd name="csX45" fmla="*/ 743019 w 9006294"/>
                      <a:gd name="csY45" fmla="*/ 6482282 h 6482282"/>
                      <a:gd name="csX46" fmla="*/ 0 w 9006294"/>
                      <a:gd name="csY46" fmla="*/ 6482282 h 6482282"/>
                      <a:gd name="csX47" fmla="*/ 0 w 9006294"/>
                      <a:gd name="csY47" fmla="*/ 5957806 h 6482282"/>
                      <a:gd name="csX48" fmla="*/ 0 w 9006294"/>
                      <a:gd name="csY48" fmla="*/ 5562977 h 6482282"/>
                      <a:gd name="csX49" fmla="*/ 0 w 9006294"/>
                      <a:gd name="csY49" fmla="*/ 5103324 h 6482282"/>
                      <a:gd name="csX50" fmla="*/ 0 w 9006294"/>
                      <a:gd name="csY50" fmla="*/ 4384380 h 6482282"/>
                      <a:gd name="csX51" fmla="*/ 0 w 9006294"/>
                      <a:gd name="csY51" fmla="*/ 3730259 h 6482282"/>
                      <a:gd name="csX52" fmla="*/ 0 w 9006294"/>
                      <a:gd name="csY52" fmla="*/ 3205783 h 6482282"/>
                      <a:gd name="csX53" fmla="*/ 0 w 9006294"/>
                      <a:gd name="csY53" fmla="*/ 2810953 h 6482282"/>
                      <a:gd name="csX54" fmla="*/ 0 w 9006294"/>
                      <a:gd name="csY54" fmla="*/ 2351300 h 6482282"/>
                      <a:gd name="csX55" fmla="*/ 0 w 9006294"/>
                      <a:gd name="csY55" fmla="*/ 1891648 h 6482282"/>
                      <a:gd name="csX56" fmla="*/ 0 w 9006294"/>
                      <a:gd name="csY56" fmla="*/ 1496818 h 6482282"/>
                      <a:gd name="csX57" fmla="*/ 0 w 9006294"/>
                      <a:gd name="csY57" fmla="*/ 777874 h 6482282"/>
                      <a:gd name="csX58" fmla="*/ 0 w 9006294"/>
                      <a:gd name="csY58" fmla="*/ 0 h 64822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</a:cxnLst>
                    <a:rect l="l" t="t" r="r" b="b"/>
                    <a:pathLst>
                      <a:path w="9006294" h="6482282" fill="none" extrusionOk="0">
                        <a:moveTo>
                          <a:pt x="0" y="0"/>
                        </a:moveTo>
                        <a:cubicBezTo>
                          <a:pt x="229671" y="-3607"/>
                          <a:pt x="308268" y="59402"/>
                          <a:pt x="562893" y="0"/>
                        </a:cubicBezTo>
                        <a:cubicBezTo>
                          <a:pt x="817518" y="-59402"/>
                          <a:pt x="741896" y="29030"/>
                          <a:pt x="855598" y="0"/>
                        </a:cubicBezTo>
                        <a:cubicBezTo>
                          <a:pt x="969300" y="-29030"/>
                          <a:pt x="1171809" y="39405"/>
                          <a:pt x="1328428" y="0"/>
                        </a:cubicBezTo>
                        <a:cubicBezTo>
                          <a:pt x="1485047" y="-39405"/>
                          <a:pt x="1920514" y="64937"/>
                          <a:pt x="2071448" y="0"/>
                        </a:cubicBezTo>
                        <a:cubicBezTo>
                          <a:pt x="2222382" y="-64937"/>
                          <a:pt x="2542997" y="56952"/>
                          <a:pt x="2724404" y="0"/>
                        </a:cubicBezTo>
                        <a:cubicBezTo>
                          <a:pt x="2905811" y="-56952"/>
                          <a:pt x="3007151" y="17265"/>
                          <a:pt x="3287297" y="0"/>
                        </a:cubicBezTo>
                        <a:cubicBezTo>
                          <a:pt x="3567443" y="-17265"/>
                          <a:pt x="3508994" y="5200"/>
                          <a:pt x="3670065" y="0"/>
                        </a:cubicBezTo>
                        <a:cubicBezTo>
                          <a:pt x="3831136" y="-5200"/>
                          <a:pt x="3872542" y="10906"/>
                          <a:pt x="3962769" y="0"/>
                        </a:cubicBezTo>
                        <a:cubicBezTo>
                          <a:pt x="4052996" y="-10906"/>
                          <a:pt x="4232470" y="7937"/>
                          <a:pt x="4435600" y="0"/>
                        </a:cubicBezTo>
                        <a:cubicBezTo>
                          <a:pt x="4638730" y="-7937"/>
                          <a:pt x="4874285" y="54607"/>
                          <a:pt x="5088556" y="0"/>
                        </a:cubicBezTo>
                        <a:cubicBezTo>
                          <a:pt x="5302827" y="-54607"/>
                          <a:pt x="5307639" y="18577"/>
                          <a:pt x="5381261" y="0"/>
                        </a:cubicBezTo>
                        <a:cubicBezTo>
                          <a:pt x="5454884" y="-18577"/>
                          <a:pt x="5843949" y="375"/>
                          <a:pt x="6124280" y="0"/>
                        </a:cubicBezTo>
                        <a:cubicBezTo>
                          <a:pt x="6404611" y="-375"/>
                          <a:pt x="6274632" y="3957"/>
                          <a:pt x="6416984" y="0"/>
                        </a:cubicBezTo>
                        <a:cubicBezTo>
                          <a:pt x="6559336" y="-3957"/>
                          <a:pt x="6738029" y="2880"/>
                          <a:pt x="6889815" y="0"/>
                        </a:cubicBezTo>
                        <a:cubicBezTo>
                          <a:pt x="7041601" y="-2880"/>
                          <a:pt x="7090797" y="34165"/>
                          <a:pt x="7272582" y="0"/>
                        </a:cubicBezTo>
                        <a:cubicBezTo>
                          <a:pt x="7454367" y="-34165"/>
                          <a:pt x="7466106" y="15009"/>
                          <a:pt x="7655350" y="0"/>
                        </a:cubicBezTo>
                        <a:cubicBezTo>
                          <a:pt x="7844594" y="-15009"/>
                          <a:pt x="8004124" y="57251"/>
                          <a:pt x="8308306" y="0"/>
                        </a:cubicBezTo>
                        <a:cubicBezTo>
                          <a:pt x="8612488" y="-57251"/>
                          <a:pt x="8712219" y="3388"/>
                          <a:pt x="9006294" y="0"/>
                        </a:cubicBezTo>
                        <a:cubicBezTo>
                          <a:pt x="9061421" y="172631"/>
                          <a:pt x="8992098" y="392372"/>
                          <a:pt x="9006294" y="524476"/>
                        </a:cubicBezTo>
                        <a:cubicBezTo>
                          <a:pt x="9020490" y="656580"/>
                          <a:pt x="8951598" y="836162"/>
                          <a:pt x="9006294" y="1048951"/>
                        </a:cubicBezTo>
                        <a:cubicBezTo>
                          <a:pt x="9060990" y="1261741"/>
                          <a:pt x="8983448" y="1380540"/>
                          <a:pt x="9006294" y="1508604"/>
                        </a:cubicBezTo>
                        <a:cubicBezTo>
                          <a:pt x="9029140" y="1636668"/>
                          <a:pt x="8994918" y="1856715"/>
                          <a:pt x="9006294" y="2033079"/>
                        </a:cubicBezTo>
                        <a:cubicBezTo>
                          <a:pt x="9017670" y="2209443"/>
                          <a:pt x="8964592" y="2385044"/>
                          <a:pt x="9006294" y="2492732"/>
                        </a:cubicBezTo>
                        <a:cubicBezTo>
                          <a:pt x="9047996" y="2600420"/>
                          <a:pt x="8929852" y="3062408"/>
                          <a:pt x="9006294" y="3211676"/>
                        </a:cubicBezTo>
                        <a:cubicBezTo>
                          <a:pt x="9082736" y="3360944"/>
                          <a:pt x="8954779" y="3512394"/>
                          <a:pt x="9006294" y="3800974"/>
                        </a:cubicBezTo>
                        <a:cubicBezTo>
                          <a:pt x="9057809" y="4089554"/>
                          <a:pt x="8934391" y="4322290"/>
                          <a:pt x="9006294" y="4519918"/>
                        </a:cubicBezTo>
                        <a:cubicBezTo>
                          <a:pt x="9078197" y="4717546"/>
                          <a:pt x="8996906" y="4775968"/>
                          <a:pt x="9006294" y="4979571"/>
                        </a:cubicBezTo>
                        <a:cubicBezTo>
                          <a:pt x="9015682" y="5183174"/>
                          <a:pt x="8972136" y="5179226"/>
                          <a:pt x="9006294" y="5374401"/>
                        </a:cubicBezTo>
                        <a:cubicBezTo>
                          <a:pt x="9040452" y="5569576"/>
                          <a:pt x="8967809" y="5697453"/>
                          <a:pt x="9006294" y="5834054"/>
                        </a:cubicBezTo>
                        <a:cubicBezTo>
                          <a:pt x="9044779" y="5970655"/>
                          <a:pt x="8945936" y="6178214"/>
                          <a:pt x="9006294" y="6482282"/>
                        </a:cubicBezTo>
                        <a:cubicBezTo>
                          <a:pt x="8895511" y="6503292"/>
                          <a:pt x="8794264" y="6463510"/>
                          <a:pt x="8713589" y="6482282"/>
                        </a:cubicBezTo>
                        <a:cubicBezTo>
                          <a:pt x="8632915" y="6501054"/>
                          <a:pt x="8506189" y="6441327"/>
                          <a:pt x="8330822" y="6482282"/>
                        </a:cubicBezTo>
                        <a:cubicBezTo>
                          <a:pt x="8155455" y="6523237"/>
                          <a:pt x="7955186" y="6459389"/>
                          <a:pt x="7857992" y="6482282"/>
                        </a:cubicBezTo>
                        <a:cubicBezTo>
                          <a:pt x="7760798" y="6505175"/>
                          <a:pt x="7456889" y="6425176"/>
                          <a:pt x="7295098" y="6482282"/>
                        </a:cubicBezTo>
                        <a:cubicBezTo>
                          <a:pt x="7133307" y="6539388"/>
                          <a:pt x="6875611" y="6456852"/>
                          <a:pt x="6552079" y="6482282"/>
                        </a:cubicBezTo>
                        <a:cubicBezTo>
                          <a:pt x="6228547" y="6507712"/>
                          <a:pt x="6199130" y="6407657"/>
                          <a:pt x="5899123" y="6482282"/>
                        </a:cubicBezTo>
                        <a:cubicBezTo>
                          <a:pt x="5599116" y="6556907"/>
                          <a:pt x="5490388" y="6465546"/>
                          <a:pt x="5246166" y="6482282"/>
                        </a:cubicBezTo>
                        <a:cubicBezTo>
                          <a:pt x="5001944" y="6499018"/>
                          <a:pt x="4840233" y="6424989"/>
                          <a:pt x="4683273" y="6482282"/>
                        </a:cubicBezTo>
                        <a:cubicBezTo>
                          <a:pt x="4526313" y="6539575"/>
                          <a:pt x="4158046" y="6420567"/>
                          <a:pt x="3940254" y="6482282"/>
                        </a:cubicBezTo>
                        <a:cubicBezTo>
                          <a:pt x="3722462" y="6543997"/>
                          <a:pt x="3411784" y="6428593"/>
                          <a:pt x="3197234" y="6482282"/>
                        </a:cubicBezTo>
                        <a:cubicBezTo>
                          <a:pt x="2982684" y="6535971"/>
                          <a:pt x="2830181" y="6435310"/>
                          <a:pt x="2634341" y="6482282"/>
                        </a:cubicBezTo>
                        <a:cubicBezTo>
                          <a:pt x="2438501" y="6529254"/>
                          <a:pt x="2198816" y="6473465"/>
                          <a:pt x="1981385" y="6482282"/>
                        </a:cubicBezTo>
                        <a:cubicBezTo>
                          <a:pt x="1763954" y="6491099"/>
                          <a:pt x="1751000" y="6464292"/>
                          <a:pt x="1598617" y="6482282"/>
                        </a:cubicBezTo>
                        <a:cubicBezTo>
                          <a:pt x="1446234" y="6500272"/>
                          <a:pt x="1446368" y="6452676"/>
                          <a:pt x="1305913" y="6482282"/>
                        </a:cubicBezTo>
                        <a:cubicBezTo>
                          <a:pt x="1165458" y="6511888"/>
                          <a:pt x="896699" y="6433245"/>
                          <a:pt x="743019" y="6482282"/>
                        </a:cubicBezTo>
                        <a:cubicBezTo>
                          <a:pt x="589339" y="6531319"/>
                          <a:pt x="227815" y="6401648"/>
                          <a:pt x="0" y="6482282"/>
                        </a:cubicBezTo>
                        <a:cubicBezTo>
                          <a:pt x="-38489" y="6321830"/>
                          <a:pt x="27671" y="6097221"/>
                          <a:pt x="0" y="5957806"/>
                        </a:cubicBezTo>
                        <a:cubicBezTo>
                          <a:pt x="-27671" y="5818391"/>
                          <a:pt x="42245" y="5707038"/>
                          <a:pt x="0" y="5562977"/>
                        </a:cubicBezTo>
                        <a:cubicBezTo>
                          <a:pt x="-42245" y="5418916"/>
                          <a:pt x="15814" y="5208762"/>
                          <a:pt x="0" y="5103324"/>
                        </a:cubicBezTo>
                        <a:cubicBezTo>
                          <a:pt x="-15814" y="4997886"/>
                          <a:pt x="58875" y="4674070"/>
                          <a:pt x="0" y="4384380"/>
                        </a:cubicBezTo>
                        <a:cubicBezTo>
                          <a:pt x="-58875" y="4094690"/>
                          <a:pt x="68883" y="4027445"/>
                          <a:pt x="0" y="3730259"/>
                        </a:cubicBezTo>
                        <a:cubicBezTo>
                          <a:pt x="-68883" y="3433073"/>
                          <a:pt x="25500" y="3314110"/>
                          <a:pt x="0" y="3205783"/>
                        </a:cubicBezTo>
                        <a:cubicBezTo>
                          <a:pt x="-25500" y="3097456"/>
                          <a:pt x="33387" y="2996032"/>
                          <a:pt x="0" y="2810953"/>
                        </a:cubicBezTo>
                        <a:cubicBezTo>
                          <a:pt x="-33387" y="2625874"/>
                          <a:pt x="5428" y="2478803"/>
                          <a:pt x="0" y="2351300"/>
                        </a:cubicBezTo>
                        <a:cubicBezTo>
                          <a:pt x="-5428" y="2223797"/>
                          <a:pt x="50693" y="2069146"/>
                          <a:pt x="0" y="1891648"/>
                        </a:cubicBezTo>
                        <a:cubicBezTo>
                          <a:pt x="-50693" y="1714150"/>
                          <a:pt x="33207" y="1626200"/>
                          <a:pt x="0" y="1496818"/>
                        </a:cubicBezTo>
                        <a:cubicBezTo>
                          <a:pt x="-33207" y="1367436"/>
                          <a:pt x="15664" y="990565"/>
                          <a:pt x="0" y="777874"/>
                        </a:cubicBezTo>
                        <a:cubicBezTo>
                          <a:pt x="-15664" y="565183"/>
                          <a:pt x="59610" y="368197"/>
                          <a:pt x="0" y="0"/>
                        </a:cubicBezTo>
                        <a:close/>
                      </a:path>
                      <a:path w="9006294" h="6482282" stroke="0" extrusionOk="0">
                        <a:moveTo>
                          <a:pt x="0" y="0"/>
                        </a:moveTo>
                        <a:cubicBezTo>
                          <a:pt x="155251" y="-42461"/>
                          <a:pt x="314454" y="30562"/>
                          <a:pt x="562893" y="0"/>
                        </a:cubicBezTo>
                        <a:cubicBezTo>
                          <a:pt x="811332" y="-30562"/>
                          <a:pt x="1036958" y="77529"/>
                          <a:pt x="1305913" y="0"/>
                        </a:cubicBezTo>
                        <a:cubicBezTo>
                          <a:pt x="1574868" y="-77529"/>
                          <a:pt x="1462424" y="5787"/>
                          <a:pt x="1598617" y="0"/>
                        </a:cubicBezTo>
                        <a:cubicBezTo>
                          <a:pt x="1734810" y="-5787"/>
                          <a:pt x="1956594" y="4458"/>
                          <a:pt x="2071448" y="0"/>
                        </a:cubicBezTo>
                        <a:cubicBezTo>
                          <a:pt x="2186302" y="-4458"/>
                          <a:pt x="2401603" y="33649"/>
                          <a:pt x="2544278" y="0"/>
                        </a:cubicBezTo>
                        <a:cubicBezTo>
                          <a:pt x="2686953" y="-33649"/>
                          <a:pt x="2690676" y="6527"/>
                          <a:pt x="2836983" y="0"/>
                        </a:cubicBezTo>
                        <a:cubicBezTo>
                          <a:pt x="2983291" y="-6527"/>
                          <a:pt x="3398498" y="5214"/>
                          <a:pt x="3580002" y="0"/>
                        </a:cubicBezTo>
                        <a:cubicBezTo>
                          <a:pt x="3761506" y="-5214"/>
                          <a:pt x="3907151" y="58204"/>
                          <a:pt x="4232958" y="0"/>
                        </a:cubicBezTo>
                        <a:cubicBezTo>
                          <a:pt x="4558765" y="-58204"/>
                          <a:pt x="4432277" y="33953"/>
                          <a:pt x="4525663" y="0"/>
                        </a:cubicBezTo>
                        <a:cubicBezTo>
                          <a:pt x="4619050" y="-33953"/>
                          <a:pt x="4968672" y="42157"/>
                          <a:pt x="5178619" y="0"/>
                        </a:cubicBezTo>
                        <a:cubicBezTo>
                          <a:pt x="5388566" y="-42157"/>
                          <a:pt x="5755295" y="83190"/>
                          <a:pt x="5921638" y="0"/>
                        </a:cubicBezTo>
                        <a:cubicBezTo>
                          <a:pt x="6087981" y="-83190"/>
                          <a:pt x="6299537" y="51715"/>
                          <a:pt x="6394469" y="0"/>
                        </a:cubicBezTo>
                        <a:cubicBezTo>
                          <a:pt x="6489401" y="-51715"/>
                          <a:pt x="6699018" y="6285"/>
                          <a:pt x="6957362" y="0"/>
                        </a:cubicBezTo>
                        <a:cubicBezTo>
                          <a:pt x="7215706" y="-6285"/>
                          <a:pt x="7328276" y="20095"/>
                          <a:pt x="7430193" y="0"/>
                        </a:cubicBezTo>
                        <a:cubicBezTo>
                          <a:pt x="7532110" y="-20095"/>
                          <a:pt x="7789829" y="42327"/>
                          <a:pt x="7903023" y="0"/>
                        </a:cubicBezTo>
                        <a:cubicBezTo>
                          <a:pt x="8016217" y="-42327"/>
                          <a:pt x="8529190" y="2416"/>
                          <a:pt x="9006294" y="0"/>
                        </a:cubicBezTo>
                        <a:cubicBezTo>
                          <a:pt x="9030181" y="152110"/>
                          <a:pt x="8935590" y="385760"/>
                          <a:pt x="9006294" y="718944"/>
                        </a:cubicBezTo>
                        <a:cubicBezTo>
                          <a:pt x="9076998" y="1052128"/>
                          <a:pt x="8999845" y="1142765"/>
                          <a:pt x="9006294" y="1373065"/>
                        </a:cubicBezTo>
                        <a:cubicBezTo>
                          <a:pt x="9012743" y="1603365"/>
                          <a:pt x="8977157" y="1897180"/>
                          <a:pt x="9006294" y="2092009"/>
                        </a:cubicBezTo>
                        <a:cubicBezTo>
                          <a:pt x="9035431" y="2286838"/>
                          <a:pt x="8970784" y="2573783"/>
                          <a:pt x="9006294" y="2746130"/>
                        </a:cubicBezTo>
                        <a:cubicBezTo>
                          <a:pt x="9041804" y="2918477"/>
                          <a:pt x="8991650" y="3052482"/>
                          <a:pt x="9006294" y="3205783"/>
                        </a:cubicBezTo>
                        <a:cubicBezTo>
                          <a:pt x="9020938" y="3359084"/>
                          <a:pt x="8987545" y="3443338"/>
                          <a:pt x="9006294" y="3600613"/>
                        </a:cubicBezTo>
                        <a:cubicBezTo>
                          <a:pt x="9025043" y="3757888"/>
                          <a:pt x="8974745" y="4077875"/>
                          <a:pt x="9006294" y="4319557"/>
                        </a:cubicBezTo>
                        <a:cubicBezTo>
                          <a:pt x="9037843" y="4561239"/>
                          <a:pt x="8983838" y="4619366"/>
                          <a:pt x="9006294" y="4908855"/>
                        </a:cubicBezTo>
                        <a:cubicBezTo>
                          <a:pt x="9028750" y="5198344"/>
                          <a:pt x="8945789" y="5269086"/>
                          <a:pt x="9006294" y="5562977"/>
                        </a:cubicBezTo>
                        <a:cubicBezTo>
                          <a:pt x="9066799" y="5856868"/>
                          <a:pt x="8982207" y="6264050"/>
                          <a:pt x="9006294" y="6482282"/>
                        </a:cubicBezTo>
                        <a:cubicBezTo>
                          <a:pt x="8800244" y="6482441"/>
                          <a:pt x="8431568" y="6393548"/>
                          <a:pt x="8263275" y="6482282"/>
                        </a:cubicBezTo>
                        <a:cubicBezTo>
                          <a:pt x="8094982" y="6571016"/>
                          <a:pt x="8049222" y="6455841"/>
                          <a:pt x="7970570" y="6482282"/>
                        </a:cubicBezTo>
                        <a:cubicBezTo>
                          <a:pt x="7891919" y="6508723"/>
                          <a:pt x="7662068" y="6467342"/>
                          <a:pt x="7497740" y="6482282"/>
                        </a:cubicBezTo>
                        <a:cubicBezTo>
                          <a:pt x="7333412" y="6497222"/>
                          <a:pt x="7130822" y="6454733"/>
                          <a:pt x="6844783" y="6482282"/>
                        </a:cubicBezTo>
                        <a:cubicBezTo>
                          <a:pt x="6558744" y="6509831"/>
                          <a:pt x="6367617" y="6473484"/>
                          <a:pt x="6191827" y="6482282"/>
                        </a:cubicBezTo>
                        <a:cubicBezTo>
                          <a:pt x="6016037" y="6491080"/>
                          <a:pt x="5753507" y="6461416"/>
                          <a:pt x="5538871" y="6482282"/>
                        </a:cubicBezTo>
                        <a:cubicBezTo>
                          <a:pt x="5324235" y="6503148"/>
                          <a:pt x="5121153" y="6416372"/>
                          <a:pt x="4885914" y="6482282"/>
                        </a:cubicBezTo>
                        <a:cubicBezTo>
                          <a:pt x="4650675" y="6548192"/>
                          <a:pt x="4689358" y="6475644"/>
                          <a:pt x="4593210" y="6482282"/>
                        </a:cubicBezTo>
                        <a:cubicBezTo>
                          <a:pt x="4497062" y="6488920"/>
                          <a:pt x="4422269" y="6470107"/>
                          <a:pt x="4300505" y="6482282"/>
                        </a:cubicBezTo>
                        <a:cubicBezTo>
                          <a:pt x="4178741" y="6494457"/>
                          <a:pt x="4086429" y="6481712"/>
                          <a:pt x="4007801" y="6482282"/>
                        </a:cubicBezTo>
                        <a:cubicBezTo>
                          <a:pt x="3929173" y="6482852"/>
                          <a:pt x="3693531" y="6475250"/>
                          <a:pt x="3444907" y="6482282"/>
                        </a:cubicBezTo>
                        <a:cubicBezTo>
                          <a:pt x="3196283" y="6489314"/>
                          <a:pt x="3218524" y="6480237"/>
                          <a:pt x="3062140" y="6482282"/>
                        </a:cubicBezTo>
                        <a:cubicBezTo>
                          <a:pt x="2905756" y="6484327"/>
                          <a:pt x="2841637" y="6478059"/>
                          <a:pt x="2679372" y="6482282"/>
                        </a:cubicBezTo>
                        <a:cubicBezTo>
                          <a:pt x="2517107" y="6486505"/>
                          <a:pt x="2480626" y="6479154"/>
                          <a:pt x="2386668" y="6482282"/>
                        </a:cubicBezTo>
                        <a:cubicBezTo>
                          <a:pt x="2292710" y="6485410"/>
                          <a:pt x="1876685" y="6475324"/>
                          <a:pt x="1733712" y="6482282"/>
                        </a:cubicBezTo>
                        <a:cubicBezTo>
                          <a:pt x="1590739" y="6489240"/>
                          <a:pt x="1375244" y="6417924"/>
                          <a:pt x="1170818" y="6482282"/>
                        </a:cubicBezTo>
                        <a:cubicBezTo>
                          <a:pt x="966392" y="6546640"/>
                          <a:pt x="753231" y="6439231"/>
                          <a:pt x="517862" y="6482282"/>
                        </a:cubicBezTo>
                        <a:cubicBezTo>
                          <a:pt x="282493" y="6525333"/>
                          <a:pt x="227466" y="6426683"/>
                          <a:pt x="0" y="6482282"/>
                        </a:cubicBezTo>
                        <a:cubicBezTo>
                          <a:pt x="-22605" y="6332477"/>
                          <a:pt x="61255" y="6161651"/>
                          <a:pt x="0" y="5957806"/>
                        </a:cubicBezTo>
                        <a:cubicBezTo>
                          <a:pt x="-61255" y="5753961"/>
                          <a:pt x="42714" y="5733582"/>
                          <a:pt x="0" y="5562977"/>
                        </a:cubicBezTo>
                        <a:cubicBezTo>
                          <a:pt x="-42714" y="5392372"/>
                          <a:pt x="50231" y="5199027"/>
                          <a:pt x="0" y="5103324"/>
                        </a:cubicBezTo>
                        <a:cubicBezTo>
                          <a:pt x="-50231" y="5007621"/>
                          <a:pt x="30881" y="4711484"/>
                          <a:pt x="0" y="4514025"/>
                        </a:cubicBezTo>
                        <a:cubicBezTo>
                          <a:pt x="-30881" y="4316566"/>
                          <a:pt x="35837" y="4069835"/>
                          <a:pt x="0" y="3859904"/>
                        </a:cubicBezTo>
                        <a:cubicBezTo>
                          <a:pt x="-35837" y="3649973"/>
                          <a:pt x="27643" y="3594725"/>
                          <a:pt x="0" y="3335429"/>
                        </a:cubicBezTo>
                        <a:cubicBezTo>
                          <a:pt x="-27643" y="3076133"/>
                          <a:pt x="31485" y="3045231"/>
                          <a:pt x="0" y="2875776"/>
                        </a:cubicBezTo>
                        <a:cubicBezTo>
                          <a:pt x="-31485" y="2706321"/>
                          <a:pt x="50224" y="2407021"/>
                          <a:pt x="0" y="2286478"/>
                        </a:cubicBezTo>
                        <a:cubicBezTo>
                          <a:pt x="-50224" y="2165935"/>
                          <a:pt x="26723" y="1842807"/>
                          <a:pt x="0" y="1567534"/>
                        </a:cubicBezTo>
                        <a:cubicBezTo>
                          <a:pt x="-26723" y="1292261"/>
                          <a:pt x="16966" y="1031661"/>
                          <a:pt x="0" y="848590"/>
                        </a:cubicBezTo>
                        <a:cubicBezTo>
                          <a:pt x="-16966" y="665519"/>
                          <a:pt x="49252" y="1940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E28762-B6FC-39FC-C62E-9361614D4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632" y="72047"/>
            <a:ext cx="3106692" cy="6713906"/>
          </a:xfrm>
          <a:prstGeom prst="rect">
            <a:avLst/>
          </a:prstGeom>
          <a:ln w="38100" cap="sq">
            <a:solidFill>
              <a:srgbClr val="FF0000"/>
            </a:solidFill>
            <a:prstDash val="sysDot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48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0C1CB1-A6DF-BEA7-5548-AC63D68F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295532"/>
            <a:ext cx="9015950" cy="62669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DDDD18-BE59-3088-17EA-4E2600D01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06752" y="34487"/>
            <a:ext cx="3140798" cy="6789025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25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1C1E-3A37-DC86-B56A-C62EBFFC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9E1C-8B1E-388A-E41F-F570A7ED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RESPONSIVE</a:t>
            </a:r>
            <a:r>
              <a:rPr lang="en-US" dirty="0"/>
              <a:t> DESIGN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43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47614-A944-5CAD-D142-309198DFA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0777"/>
            <a:ext cx="8978059" cy="5716445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EE5E28-D1A0-8EFB-A0A8-68556DB8C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059" y="0"/>
            <a:ext cx="3213941" cy="6860525"/>
          </a:xfrm>
          <a:prstGeom prst="rect">
            <a:avLst/>
          </a:prstGeom>
          <a:ln w="19050" cap="sq">
            <a:solidFill>
              <a:srgbClr val="FF0000"/>
            </a:solidFill>
            <a:prstDash val="sys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4060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9979-5078-2AF2-B9B4-753BF37F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B52706-2A80-710F-A902-08C73D949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0120"/>
            <a:ext cx="9004300" cy="597776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DEF149-D58F-A866-DD89-3D1BCC80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00" y="38100"/>
            <a:ext cx="3138758" cy="6781800"/>
          </a:xfrm>
          <a:prstGeom prst="rect">
            <a:avLst/>
          </a:prstGeom>
          <a:ln w="38100" cap="sq">
            <a:solidFill>
              <a:srgbClr val="FF0000"/>
            </a:solidFill>
            <a:prstDash val="sysDot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7891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98039D-C164-6239-F6E7-670AA200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1529"/>
            <a:ext cx="9073562" cy="4454941"/>
          </a:xfrm>
          <a:prstGeom prst="rect">
            <a:avLst/>
          </a:prstGeom>
          <a:ln w="635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BA578-76DA-4A88-3B1C-1D744457E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0" y="0"/>
            <a:ext cx="3175000" cy="6898328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518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7B5DD4-7166-1D35-EF84-E58F1F33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MOBILE vs DESKTOP VIEW </a:t>
            </a:r>
            <a:r>
              <a:rPr lang="en-US" b="1" dirty="0">
                <a:solidFill>
                  <a:srgbClr val="FF0000"/>
                </a:solidFill>
              </a:rPr>
              <a:t>BOOKING PROCESS STEPS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9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A4A752-4CCE-B48A-5D6F-ADB4296CA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519"/>
          <a:stretch>
            <a:fillRect/>
          </a:stretch>
        </p:blipFill>
        <p:spPr>
          <a:xfrm>
            <a:off x="1" y="634552"/>
            <a:ext cx="12192000" cy="5588897"/>
          </a:xfrm>
          <a:prstGeom prst="rect">
            <a:avLst/>
          </a:prstGeom>
          <a:noFill/>
          <a:ln w="38100" cap="sq">
            <a:noFill/>
            <a:prstDash val="sysDot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336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8B06F-07B5-77D6-22D0-42EC09683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755" y="0"/>
            <a:ext cx="3168624" cy="6858000"/>
          </a:xfrm>
          <a:prstGeom prst="rect">
            <a:avLst/>
          </a:prstGeom>
          <a:ln>
            <a:noFill/>
            <a:prstDash val="sysDash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D8DD7-31D3-9ED1-EA45-AA6BC06C3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068" y="0"/>
            <a:ext cx="3159799" cy="6858000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7EF35D-A138-06AD-ED06-A642791FDA95}"/>
              </a:ext>
            </a:extLst>
          </p:cNvPr>
          <p:cNvSpPr txBox="1"/>
          <p:nvPr/>
        </p:nvSpPr>
        <p:spPr>
          <a:xfrm>
            <a:off x="5067935" y="2967335"/>
            <a:ext cx="205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ONLY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CURRENT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NEXT STEP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IS SHOWN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623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3787-7E62-8D56-5AE1-100FA648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AE6171-8155-D962-5974-9F5C8953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BURGER MENU </a:t>
            </a:r>
            <a:r>
              <a:rPr lang="en-US" dirty="0"/>
              <a:t>ON DESKTOP &amp; MOBILE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02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00DF12-3001-DFBC-90E3-E550EF076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14" y="-12358"/>
            <a:ext cx="9315572" cy="687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8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065220-B4C3-6AA3-87CA-B0E9AFCF6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87" y="0"/>
            <a:ext cx="3174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7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57DD-623C-46E2-00CB-FD328057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BOOKING SUMMARY </a:t>
            </a:r>
            <a:r>
              <a:rPr lang="en-US" dirty="0"/>
              <a:t>TAB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15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B0BFD5-F1A0-DC7D-F00E-CBDE5CB9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0"/>
            <a:ext cx="11201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6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A3F38B114734889201ADB0EC31B09" ma:contentTypeVersion="16" ma:contentTypeDescription="Create a new document." ma:contentTypeScope="" ma:versionID="f1833972cd2d0f23f15c24742cfa96ea">
  <xsd:schema xmlns:xsd="http://www.w3.org/2001/XMLSchema" xmlns:xs="http://www.w3.org/2001/XMLSchema" xmlns:p="http://schemas.microsoft.com/office/2006/metadata/properties" xmlns:ns3="2eb4c2f5-5a81-4eff-a4a8-8ba234aba6e2" xmlns:ns4="62bf0a27-8611-43f0-b1d5-9331c9c77b51" targetNamespace="http://schemas.microsoft.com/office/2006/metadata/properties" ma:root="true" ma:fieldsID="47e44216f717f52e37a50f97b098e5e0" ns3:_="" ns4:_="">
    <xsd:import namespace="2eb4c2f5-5a81-4eff-a4a8-8ba234aba6e2"/>
    <xsd:import namespace="62bf0a27-8611-43f0-b1d5-9331c9c77b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b4c2f5-5a81-4eff-a4a8-8ba234aba6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f0a27-8611-43f0-b1d5-9331c9c77b5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b4c2f5-5a81-4eff-a4a8-8ba234aba6e2" xsi:nil="true"/>
  </documentManagement>
</p:properties>
</file>

<file path=customXml/itemProps1.xml><?xml version="1.0" encoding="utf-8"?>
<ds:datastoreItem xmlns:ds="http://schemas.openxmlformats.org/officeDocument/2006/customXml" ds:itemID="{604644B1-D399-447C-A1E2-9956C61F7C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9FFBCF-A898-4947-8BA6-7A4AA2BAC3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b4c2f5-5a81-4eff-a4a8-8ba234aba6e2"/>
    <ds:schemaRef ds:uri="62bf0a27-8611-43f0-b1d5-9331c9c77b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B8A75D-1C1D-48D3-9260-748F22AE46F4}">
  <ds:schemaRefs>
    <ds:schemaRef ds:uri="http://schemas.microsoft.com/office/infopath/2007/PartnerControls"/>
    <ds:schemaRef ds:uri="2eb4c2f5-5a81-4eff-a4a8-8ba234aba6e2"/>
    <ds:schemaRef ds:uri="http://purl.org/dc/terms/"/>
    <ds:schemaRef ds:uri="62bf0a27-8611-43f0-b1d5-9331c9c77b51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41</Words>
  <Application>Microsoft Office PowerPoint</Application>
  <PresentationFormat>Widescreen</PresentationFormat>
  <Paragraphs>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Helvetica</vt:lpstr>
      <vt:lpstr>Office Theme</vt:lpstr>
      <vt:lpstr>PIERCING &amp; TATTOO WEBSITE DESIGN</vt:lpstr>
      <vt:lpstr>RED ACCENTS ON LIGHT AND DARK MODE</vt:lpstr>
      <vt:lpstr>PowerPoint Presentation</vt:lpstr>
      <vt:lpstr>PowerPoint Presentation</vt:lpstr>
      <vt:lpstr>RESPONSIVE DESIGN</vt:lpstr>
      <vt:lpstr>PowerPoint Presentation</vt:lpstr>
      <vt:lpstr>PowerPoint Presentation</vt:lpstr>
      <vt:lpstr>PowerPoint Presentation</vt:lpstr>
      <vt:lpstr>MOBILE vs DESKTOP VIEW BOOKING PROCESS STEPS</vt:lpstr>
      <vt:lpstr>PowerPoint Presentation</vt:lpstr>
      <vt:lpstr>PowerPoint Presentation</vt:lpstr>
      <vt:lpstr>BURGER MENU ON DESKTOP &amp; MOBILE</vt:lpstr>
      <vt:lpstr>PowerPoint Presentation</vt:lpstr>
      <vt:lpstr>PowerPoint Presentation</vt:lpstr>
      <vt:lpstr>BOOKING SUMMARY TAB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Athanasios Ktenas</dc:creator>
  <cp:lastModifiedBy>Athanasios Ktenas</cp:lastModifiedBy>
  <cp:revision>25</cp:revision>
  <dcterms:created xsi:type="dcterms:W3CDTF">2026-06-21T13:49:58Z</dcterms:created>
  <dcterms:modified xsi:type="dcterms:W3CDTF">2026-06-21T16:24:20Z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0x01010050CA3F38B114734889201ADB0EC31B09</vt:lpwstr>
  </property>
</Properties>
</file>